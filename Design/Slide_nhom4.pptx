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033" y="1124778"/>
            <a:ext cx="7772400" cy="1470025"/>
          </a:xfrm>
        </p:spPr>
        <p:txBody>
          <a:bodyPr/>
          <a:lstStyle/>
          <a:p>
            <a:r>
              <a:rPr lang="en-US" b="1" dirty="0"/>
              <a:t>HỆ THỒNG QUẢN LÝ HIỆU SÁCH </a:t>
            </a:r>
            <a:br>
              <a:rPr lang="en-US" dirty="0"/>
            </a:br>
            <a:r>
              <a:rPr lang="en-US" b="1" dirty="0"/>
              <a:t>TRỰC TUYẾN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8640" y="2930386"/>
            <a:ext cx="7066720" cy="3132484"/>
          </a:xfrm>
        </p:spPr>
        <p:txBody>
          <a:bodyPr>
            <a:normAutofit/>
          </a:bodyPr>
          <a:lstStyle/>
          <a:p>
            <a:pPr algn="l"/>
            <a:r>
              <a:rPr dirty="0">
                <a:solidFill>
                  <a:schemeClr val="tx1"/>
                </a:solidFill>
              </a:rPr>
              <a:t>Môn </a:t>
            </a:r>
            <a:r>
              <a:rPr dirty="0" err="1">
                <a:solidFill>
                  <a:schemeClr val="tx1"/>
                </a:solidFill>
              </a:rPr>
              <a:t>học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mềm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Nhóm4: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Nguyễn Huy </a:t>
            </a:r>
            <a:r>
              <a:rPr lang="en-US" dirty="0" err="1">
                <a:solidFill>
                  <a:schemeClr val="tx1"/>
                </a:solidFill>
              </a:rPr>
              <a:t>Hoàng_MSSV</a:t>
            </a:r>
            <a:r>
              <a:rPr lang="en-US" dirty="0">
                <a:solidFill>
                  <a:schemeClr val="tx1"/>
                </a:solidFill>
              </a:rPr>
              <a:t>: 23010143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Nguyễn Tuấn </a:t>
            </a:r>
            <a:r>
              <a:rPr lang="en-US" dirty="0" err="1">
                <a:solidFill>
                  <a:schemeClr val="tx1"/>
                </a:solidFill>
              </a:rPr>
              <a:t>Thành_MSSV</a:t>
            </a:r>
            <a:r>
              <a:rPr lang="en-US" dirty="0">
                <a:solidFill>
                  <a:schemeClr val="tx1"/>
                </a:solidFill>
              </a:rPr>
              <a:t>: 23010626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Đoàn Phan Tiến </a:t>
            </a:r>
            <a:r>
              <a:rPr lang="en-US" dirty="0" err="1">
                <a:solidFill>
                  <a:schemeClr val="tx1"/>
                </a:solidFill>
              </a:rPr>
              <a:t>Dũng_MSSV</a:t>
            </a:r>
            <a:r>
              <a:rPr lang="en-US" dirty="0">
                <a:solidFill>
                  <a:schemeClr val="tx1"/>
                </a:solidFill>
              </a:rPr>
              <a:t>: 21012861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DBCCE-78F1-E06F-C87B-DE85857EC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: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website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, admin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: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Quản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+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 Xem,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,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Quản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,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,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,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7E1E9-BBDA-0B3A-B54B-1C66AB36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- Các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+ users, </a:t>
            </a:r>
            <a:r>
              <a:rPr lang="en-US" dirty="0" err="1"/>
              <a:t>product</a:t>
            </a:r>
            <a:r>
              <a:rPr dirty="0" err="1"/>
              <a:t>s</a:t>
            </a:r>
            <a:r>
              <a:rPr lang="en-US" dirty="0" err="1"/>
              <a:t>,product_variants</a:t>
            </a:r>
            <a:r>
              <a:rPr dirty="0"/>
              <a:t>, categories, orders,</a:t>
            </a:r>
            <a:r>
              <a:rPr lang="en-US" dirty="0"/>
              <a:t> </a:t>
            </a:r>
            <a:r>
              <a:rPr dirty="0" err="1"/>
              <a:t>order_details</a:t>
            </a:r>
            <a:r>
              <a:rPr dirty="0"/>
              <a:t>, </a:t>
            </a:r>
            <a:r>
              <a:rPr dirty="0" err="1"/>
              <a:t>cart_items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Quan </a:t>
            </a:r>
            <a:r>
              <a:rPr dirty="0" err="1"/>
              <a:t>hệ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+ 1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+ 1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+ 1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Use Case: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– Admin –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C4084-8069-E3FC-2FE1-DCFF693F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giao diện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thân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,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,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Việt.</a:t>
            </a:r>
          </a:p>
          <a:p>
            <a:pPr marL="0" indent="0">
              <a:buNone/>
            </a:pPr>
            <a:r>
              <a:rPr dirty="0"/>
              <a:t>- Các </a:t>
            </a:r>
            <a:r>
              <a:rPr dirty="0" err="1"/>
              <a:t>trang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+ Trang </a:t>
            </a:r>
            <a:r>
              <a:rPr dirty="0" err="1"/>
              <a:t>chủ</a:t>
            </a:r>
            <a:r>
              <a:rPr dirty="0"/>
              <a:t>: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,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Trang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: </a:t>
            </a:r>
            <a:r>
              <a:rPr dirty="0" err="1"/>
              <a:t>thông</a:t>
            </a:r>
            <a:r>
              <a:rPr dirty="0"/>
              <a:t> tin,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giỏ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+ Trang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: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,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52B262-2291-9D14-E493-0E0CD23D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Cấu trúc chương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- Website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MVC (Model – View – Controller).</a:t>
            </a:r>
          </a:p>
          <a:p>
            <a:pPr marL="0" indent="0">
              <a:buNone/>
            </a:pPr>
            <a:r>
              <a:rPr dirty="0"/>
              <a:t>- Model: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(</a:t>
            </a:r>
            <a:r>
              <a:rPr dirty="0" err="1"/>
              <a:t>sách</a:t>
            </a:r>
            <a:r>
              <a:rPr dirty="0"/>
              <a:t>,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,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- View: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(HTML, CSS, Blade).</a:t>
            </a:r>
          </a:p>
          <a:p>
            <a:pPr marL="0" indent="0">
              <a:buNone/>
            </a:pPr>
            <a:r>
              <a:rPr dirty="0"/>
              <a:t>- Controller: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yêu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,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→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→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→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0536B-F3CC-C29D-AE76-C4A47D58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website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Mang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tiện</a:t>
            </a:r>
            <a:r>
              <a:rPr dirty="0"/>
              <a:t> </a:t>
            </a:r>
            <a:r>
              <a:rPr dirty="0" err="1"/>
              <a:t>lợi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admin.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dàng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,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trì</a:t>
            </a:r>
            <a:r>
              <a:rPr dirty="0"/>
              <a:t>,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nhu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thương</a:t>
            </a:r>
            <a:r>
              <a:rPr dirty="0"/>
              <a:t> </a:t>
            </a:r>
            <a:r>
              <a:rPr dirty="0" err="1"/>
              <a:t>mại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: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online,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66829-39AB-0A8B-DB45-6C2CE55AE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7" y="145946"/>
            <a:ext cx="965839" cy="978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438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HỆ THỒNG QUẢN LÝ HIỆU SÁCH  TRỰC TUYẾN</vt:lpstr>
      <vt:lpstr>Phân tích hệ thống</vt:lpstr>
      <vt:lpstr>Thiết kế hệ thống</vt:lpstr>
      <vt:lpstr>Thiết kế giao diện</vt:lpstr>
      <vt:lpstr>Cấu trúc chương trình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 Hoang Nguyen</cp:lastModifiedBy>
  <cp:revision>2</cp:revision>
  <dcterms:created xsi:type="dcterms:W3CDTF">2013-01-27T09:14:16Z</dcterms:created>
  <dcterms:modified xsi:type="dcterms:W3CDTF">2025-10-24T08:03:42Z</dcterms:modified>
  <cp:category/>
</cp:coreProperties>
</file>